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METALMECÁNICA DALOR C.A. • GUACARA, ESTADO CARABOBO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DALOR SIGO-P ERP</a:t>
            </a:r>
          </a:p>
          <a:p>
            <a:pPr>
              <a:spcAft>
                <a:spcPts val="2400"/>
              </a:spcAft>
              <a:defRPr sz="2000">
                <a:solidFill>
                  <a:srgbClr val="0284C7"/>
                </a:solidFill>
              </a:defRPr>
            </a:pPr>
            <a:r>
              <a:t>Sistema Integral de Gestión Operativa, Activos, Job Costing &amp; Inteligencia Artificial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Presentación Ejecutiva de Arquitectura, Procesos de Negocio, Cumplimiento Fiscal y Plataforma Cloud 24/7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1036289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Ambiente de Producción: https://dalor-sigop.onrender.com | Base de Datos: Neon PostgreSQL 16 | Motor IA: Google Gemini Multimodal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1. Visión Estratégica: Desafíos Operativos vs. Solución SIGO-P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Desafío Histórico 1: Descontrol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Taller con compras repetitivas sin visibilidad de stock.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Materiales sobrantes acumulados sin registro digital.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Acuerdos y notas de entrega de palabra sin trazabilidad.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Solución SIGO-P: Kárdex digital de almacén, Guías de Traslado GT-DALOR y control físico de insumos.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Desafío Histórico 2: Costos a Ciegas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Desconocimiento del margen neto real por obra hasta terminar.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Gastos de faena dispersos en notas arrugadas o extraviadas.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Omisión del acero consumido en la rentabilidad.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Solución SIGO-P: Job Costing Three-Way Matching (Gastos de campo + Facturas CxP + Consumo de almacén).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Desafío Histórico 3: Carga Fiscal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Retenciones de IVA manuales propensas a multas tributarias.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Desfase en la tasa oficial del BCV entre fecha de compra y pago.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Comprobantes sin el estándar de Sujetos Pasivos Especiales.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Solución SIGO-P: Emisión oficial en Bs conforme a Providencia SNAT/2015/0049 sincronizado con BCV.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2. Arquitectura de Alta Disponibilidad y Tecnología 360°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Cloud &amp; Persistencia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Render Web Service en Plan Pago Dedicado 24/7 (Always-On sin cold-starts).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Neon Serverless PostgreSQL 16 con réplicas y respaldos automatizados.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Conexiones seguras SSL/TLS en región AWS us-east-1.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SLA de alta disponibilidad para oficinas y frentes de obra simultáneos.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Backend Robusto (FastAPI)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Python 3.12 64-bit con Uvicorn ASGI de ultra alto rendimiento.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SQLAlchemy 2.0 ORM con concurrencia ACID y Row-Locking.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17 Endpoints REST modulares y control de roles RBAC con OAuth2/JWT.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Validación y serialización estricta de esquemas mediante Pydantic v2.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Frontend Modular (Vite 5)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Compilado con Vite 5.4 en JavaScript ECMAScript 2022+ nativo.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Sin frameworks monolíticos pesados: carga en milisegundos en móviles.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15 Vistas dinámicas, 11 módulos especializados y Chart.js 4.4.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Mapa cartográfico vectorial nativo de Venezuela con curvas Bézier.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3. El Núcleo de Inteligencia Artificial: Google Gemini Multimodal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Captura de Facturas y Notas Manuscritas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Interpreta notas de entrega a bolígrafo/lápiz y facturas térmicas arrugadas.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Extrae RIF, Número de Factura, Base Imponible e IVA 16%.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Convierte montos en Bs y USD a la tasa oficial del día.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Cascada de modelos de alta velocidad: gemini-flash REST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Auto-Rotación y Orientación Espacial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Corrige fotos tomadas de lado, inclinadas o invertidas (90°, 180°, 270°).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Filtros de contraste, nitidez y reescalado inteligente con Pillow y OpenCV.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Diseñado para que cuadrilleros en campo no requieran experiencia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Clasificación Contable Predictiva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Asigna de forma autónoma la partida contable de Dalor (1.0 a 20.0).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Discrimina entre consumibles, soldadura, repuestos o alimentación.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Evita errores de imputación contable en la oficina administrativa.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Visión de Odómetros en Mantenimiento de Flota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Inspecciona fotos del clúster del vehículo y extrae el kilometraje real (ODO).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Discrimina el odómetro total del parcial (TRIP), tacómetro, reloj o combustible.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Alimenta el semáforo preventivo de cambio de aceite cada 5.000 Km.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4. Job Costing por Proyecto: La Ecuación Three-Way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solidFill>
            <a:srgbClr val="D9770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COSTO TOTAL DE OBRA = GASTOS CAMPO (OCR) + FACTURAS PROVEEDORES (CxP) + DESPACHOS ALMACÉN (Kárdex)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3832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1. Gastos de Campo (expenses)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Caja chica de faena y viáticos de cuadrillas.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Compras menores de ferretería capturadas con Gemini OCR.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Imputación inmediata al centro de costo de la obra.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Aprobación previa requerida por Administración.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834640"/>
            <a:ext cx="33832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2. Facturas de Proveedores (CxP)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Suministros de acero, vigas, perfiles y planchas.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Subcontratos metalmecánicos, tornería y servicios.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Facturación fiscal formal imputada a la obra.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Control de vencimientos a 7, 15 y 30 días.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3832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3. Consumo de Almacén (Kárdex)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Materiales despachados desde el galpón de Guacara.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Valorados al costo unitario promedio ponderado.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Amparados por Guía de Traslado oficial GT-DALOR.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Elimina el desfase de compras duplicadas.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5. Cumplimiento Tributario SENIAT (Providencia SNAT/2015/0049)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Régimen de Retenciones de IVA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Diseñado para la condición de Sujeto Pasivo Especial de Dalor.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Cálculo automatizado de alícuotas del 75% o 100% de retención.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Comprobantes emitidos 100% en Bolívares (VES), sin mención de divisas conforme a la normativa legal venezolana.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Correlativo oficial de 14 dígitos (AAAAMMAAAAAAAA) inalterable.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Sincronización automática de tasa BCV a la fecha de emisión.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Generación directa en formato PDF imprimible para entrega a proveedores.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Flujo de Caja y Tesorería Bimonetario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Doble balance en tiempo real: Moneda de Cuenta ($ USD) y Moneda Legal (VES).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Separación estricta de Pasivos Fiscales (las retenciones no son caja libre).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Cuentas Bancarias nacionales e internacionales segregadas.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Registro formal de amortizaciones y retiros de socios con soporte.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Conciliación bancaria transparente sin descuadres contables.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Auditoría inmutable de pagos y cobros en la tabla audit_logs.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6. Almacén Central, Kárdex de Insumos &amp; Guías de Traslado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Maestro de Materiales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Catálogo de planchas, vigas, tuberías, electrodos y abrasivos.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Control de existencias físicas en tiempo real.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Alerta de stock mínimo para evitar paradas en taller.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Bloqueo pesimista para evitar descuadres en entradas/salidas.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Guías Oficiales GT-DALOR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Ningún insumo o equipo sale de Guacara sin Guía de Traslado.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Correlativo único GT-DALOR-2026-XXXX.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Asignación de vehículo, chofer responsable y obra destino.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Rebaja automática del stock y costeo directo al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Trazabilidad de Sobrantes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Retorno documentado de materiales sobrantes de obra al taller.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Reincorporación al kárdex disponible para futuras cotizaciones.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Elimina el ciclo de recompras innecesarias en ferreterías.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Ahorro directo en el costo operativo mensual de Dalor.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7. Gestión de Flota, Maquinaria y Mantenimiento Preventivo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Catálogo de Activos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Camiones, camionetas, plantas eléctricas y soldadoras.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Control de seriales, marcas y placas de vehículos.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Asignación temporal por proyecto amparada en Guía GT.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Módulo de alquiler de equipos a terceros con facturación.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Semáforo de Aceite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Auditoría continua de kilometraje recorrido.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🟢 Verde (&lt; 4.000 Km): Operación normal.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🟡 Ámbar (4.000 - 5.000 Km): Alerta de servicio preventivo.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🔴 Rojo (&gt; 5.000 Km): Bloqueo preventivo de despacho.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Auditoría IA de Odómetros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Escaneo fotográfico con la cámara del teléfono.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Google Gemini analiza la imagen y extrae el odómetro digital/análogo.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Inmunidad ante errores de tipeo o adulteración de kilometraje.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Historial inmutable de mantenimientos preventivos y correctivos.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8. Business Intelligence y Cartografía Georreferenciada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Tablero de Control Gerencial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KPIs Clave: Cuentas por Cobrar vivas, CxP inmediatas y Saldo en Bancos.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Márgenes Netos devengados por proyecto y consolidado de Dalor.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Árbol de Partidas deduplicado de 20 cuentas oficiales (1.0 a 20.0).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Gráficos dinámicos de distribución de costos y flujo mensual (Chart.js).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Trazabilidad inmutable de usuarios en audit_logs.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Mapa Vectorial de Venezuela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Georreferenciación nativa de alta fidelidad con curvas Bézier.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Monitoreo visual de obras activas en Carabobo, Aragua, Miranda, etc.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Filtro interactivo: clic en el estado para auditar cuadrillas y activos.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Diseñado para decisiones comerciales y despliegue logístico estratégico.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9. Seguridad Corporativa y Segregación de Funciones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Segregación Estricta de Funciones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Director / Socios: Control 360°, finanzas completas y auditoría.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Administración: CxC, CxP, comprobantes SENIAT y tesorería.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Ingeniero Residente: Avance físico y tareas WBS. Finanzas y balances 100% ocultos.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Almacén: Solo unidades físicas y guías. Costos de compra ocultos.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Supervisor de Campo: Solo cámara de captura OCR. Cero acceso contable.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Blindaje Técnico y Auditoría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Autenticación segura mediante tokens criptográficos JWT (OAuth2).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Contraseñas encriptadas con algoritmos PBKDF2/Bcrypt.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Trazabilidad perpetua de cada acción registrada en la base de datos.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Revocación instantánea de acceso desde la central en caso de extravío de teléfono.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Aislamiento de sesiones en la nube sin vulnerabilidades cruzadas.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DALOR SIGO-P ERP • SISTEMA DE GESTIÓN OPERATIVA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10. Hoja de Ruta de Innovación: Progressive Web App (PWA)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Capacidades de la App Móvil PWA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Instalable como aplicación nativa en celulares Android, iPhone y PC.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Ícono corporativo en pantalla de inicio y apertura en pantalla completa.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Arranque ultrarrápido con almacenamiento en caché local seguro.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Acceso directo a la cámara para captura de comprobantes en 1 toque.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Sesión persistente y segura sin necesidad de tipear clave a cada momento.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Operación Inteligente Fuera de Línea (Offline)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Cola local de comprobantes protegida con IndexedDB.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Captura fotos en galpones o carreteras sin señal de datos.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Sincronización automática de facturas al detectar WiFi o red 4G.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Google Gemini procesa en segundo plano sin intervención del usuario.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Máxima robustez en frentes de obra remotos en Venezuela.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DALOR SIGO-P ERP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El Estándar Tecnológico para el Crecimiento de Metalmecánica Dalor C.A.</a:t>
            </a:r>
          </a:p>
          <a:p>
            <a:pPr algn="ctr"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Un sistema diseñado a la medida de la realidad operativa de taller y faena, que blinda la rentabilidad por obra, automatiza la tributación legal venezolana e incorpora Inteligencia Artificial de vanguardia para posicionar a Dalor como líder del sector metalmecánico.</a:t>
            </a:r>
          </a:p>
          <a:p>
            <a:pPr algn="ctr">
              <a:defRPr sz="1300" b="1">
                <a:solidFill>
                  <a:srgbClr val="0284C7"/>
                </a:solidFill>
              </a:defRPr>
            </a:pPr>
            <a:r>
              <a:t>Plataforma Cloud: https://dalor-sigop.onrender.com | Guacara, Edo. Carabobo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